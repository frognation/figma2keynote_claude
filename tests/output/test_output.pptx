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05000" y="3333750"/>
            <a:ext cx="14478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FFFFF"/>
                </a:solidFill>
                <a:latin typeface="Helvetica Neue"/>
              </a:rPr>
              <a:t>Hello from figma2keynote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57500" y="4762500"/>
            <a:ext cx="12573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B2B2CC"/>
                </a:solidFill>
                <a:latin typeface="Helvetica Neue"/>
              </a:rPr>
              <a:t>Figma Slides to Keynote with full media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952500" y="6667500"/>
            <a:ext cx="16383000" cy="1905000"/>
          </a:xfrm>
          <a:prstGeom prst="rect">
            <a:avLst/>
          </a:prstGeom>
          <a:solidFill>
            <a:srgbClr val="33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762000"/>
            <a:ext cx="76200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91926"/>
                </a:solidFill>
                <a:latin typeface="Helvetica Neue"/>
              </a:rP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" y="1714500"/>
            <a:ext cx="7620000" cy="38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4C4C59"/>
                </a:solidFill>
                <a:latin typeface="Helvetica Neue"/>
              </a:rPr>
              <a:t>Editable text preserved</a:t>
            </a:r>
          </a:p>
          <a:p>
            <a:pPr algn="l"/>
            <a:r>
              <a:rPr sz="2400" b="0" i="0">
                <a:solidFill>
                  <a:srgbClr val="4C4C59"/>
                </a:solidFill>
                <a:latin typeface="Helvetica Neue"/>
              </a:rPr>
              <a:t>Video files embedded</a:t>
            </a:r>
          </a:p>
          <a:p>
            <a:pPr algn="l"/>
            <a:r>
              <a:rPr sz="2400" b="0" i="0">
                <a:solidFill>
                  <a:srgbClr val="4C4C59"/>
                </a:solidFill>
                <a:latin typeface="Helvetica Neue"/>
              </a:rPr>
              <a:t>Layout coordinates mapped 1:1</a:t>
            </a:r>
          </a:p>
          <a:p>
            <a:pPr algn="l"/>
            <a:r>
              <a:rPr sz="2400" b="0" i="0">
                <a:solidFill>
                  <a:srgbClr val="4C4C59"/>
                </a:solidFill>
                <a:latin typeface="Helvetica Neue"/>
              </a:rPr>
              <a:t>Incremental sync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" y="1905000"/>
            <a:ext cx="16002000" cy="2857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262633"/>
                </a:solidFill>
                <a:latin typeface="Helvetica Neue"/>
              </a:rPr>
              <a:t>Bold</a:t>
            </a:r>
            <a:r>
              <a:rPr sz="3200" b="0" i="0">
                <a:solidFill>
                  <a:srgbClr val="262633"/>
                </a:solidFill>
                <a:latin typeface="Helvetica Neue"/>
              </a:rPr>
              <a:t> and </a:t>
            </a:r>
            <a:r>
              <a:rPr sz="3200" b="0" i="1">
                <a:solidFill>
                  <a:srgbClr val="3366E5"/>
                </a:solidFill>
                <a:latin typeface="Helvetica Neue"/>
              </a:rPr>
              <a:t>italic</a:t>
            </a:r>
            <a:r>
              <a:rPr sz="3200" b="0" i="0">
                <a:solidFill>
                  <a:srgbClr val="262633"/>
                </a:solidFill>
                <a:latin typeface="Helvetica Neue"/>
              </a:rPr>
              <a:t> mixed formatting test</a:t>
            </a:r>
          </a:p>
        </p:txBody>
      </p:sp>
      <p:sp>
        <p:nvSpPr>
          <p:cNvPr id="3" name="Oval 2"/>
          <p:cNvSpPr/>
          <p:nvPr/>
        </p:nvSpPr>
        <p:spPr>
          <a:xfrm>
            <a:off x="13335000" y="3810000"/>
            <a:ext cx="2857500" cy="2857500"/>
          </a:xfrm>
          <a:prstGeom prst="ellipse">
            <a:avLst/>
          </a:prstGeom>
          <a:solidFill>
            <a:srgbClr val="E54C4C"/>
          </a:solidFill>
          <a:ln w="38100">
            <a:solidFill>
              <a:srgbClr val="B2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