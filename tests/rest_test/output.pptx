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886200"/>
            <a:ext cx="18288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000000"/>
                </a:solidFill>
                <a:latin typeface="SF Pro"/>
              </a:rPr>
              <a:t> </a:t>
            </a:r>
            <a:r>
              <a:rPr sz="22000" b="0" i="0">
                <a:solidFill>
                  <a:srgbClr val="000000"/>
                </a:solidFill>
                <a:latin typeface="SF Pro"/>
              </a:rPr>
              <a:t>Project Rufus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1100" y="9429750"/>
            <a:ext cx="771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SF Pro"/>
              </a:rPr>
              <a:t>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828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SF Pro"/>
              </a:rPr>
              <a:t>May 13,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