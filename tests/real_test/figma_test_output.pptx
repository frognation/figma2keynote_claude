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" b="1" i="0">
                <a:solidFill>
                  <a:srgbClr val="000000"/>
                </a:solidFill>
                <a:latin typeface="SF Pro"/>
              </a:rPr>
              <a:t>\uF8FF</a:t>
            </a:r>
          </a:p>
          <a:p>
            <a:pPr algn="ctr"/>
            <a:r>
              <a:rPr sz="100" b="1" i="0">
                <a:solidFill>
                  <a:srgbClr val="000000"/>
                </a:solidFill>
                <a:latin typeface="SF Pro"/>
              </a:rPr>
              <a:t>Project Rufus</a:t>
            </a:r>
          </a:p>
          <a:p>
            <a:pPr algn="ctr"/>
            <a:r>
              <a:rPr sz="100" b="1" i="0">
                <a:solidFill>
                  <a:srgbClr val="000000"/>
                </a:solidFill>
                <a:latin typeface="SF Pro"/>
              </a:rPr>
              <a:t>Base</a:t>
            </a:r>
          </a:p>
          <a:p>
            <a:pPr algn="ctr"/>
            <a:r>
              <a:rPr sz="100" b="1" i="0">
                <a:solidFill>
                  <a:srgbClr val="000000"/>
                </a:solidFill>
                <a:latin typeface="SF Pro"/>
              </a:rPr>
              <a:t>May 13,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409575" y="3886200"/>
            <a:ext cx="19110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" b="1" i="0">
                <a:solidFill>
                  <a:srgbClr val="000000"/>
                </a:solidFill>
                <a:latin typeface="SF Pro"/>
              </a:rPr>
              <a:t>\uF8FF</a:t>
            </a:r>
          </a:p>
          <a:p>
            <a:pPr algn="ctr"/>
            <a:r>
              <a:rPr sz="100" b="1" i="0">
                <a:solidFill>
                  <a:srgbClr val="000000"/>
                </a:solidFill>
                <a:latin typeface="SF Pro"/>
              </a:rPr>
              <a:t>Project Rufus</a:t>
            </a:r>
          </a:p>
          <a:p>
            <a:pPr algn="ctr"/>
            <a:r>
              <a:rPr sz="100" b="1" i="0">
                <a:solidFill>
                  <a:srgbClr val="000000"/>
                </a:solidFill>
                <a:latin typeface="SF Pro"/>
              </a:rPr>
              <a:t>Base</a:t>
            </a:r>
          </a:p>
          <a:p>
            <a:pPr algn="ctr"/>
            <a:r>
              <a:rPr sz="100" b="1" i="0">
                <a:solidFill>
                  <a:srgbClr val="000000"/>
                </a:solidFill>
                <a:latin typeface="SF Pro"/>
              </a:rPr>
              <a:t>May 13,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01100" y="9429750"/>
            <a:ext cx="771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 i="0">
                <a:solidFill>
                  <a:srgbClr val="000000"/>
                </a:solidFill>
                <a:latin typeface="SF Pro"/>
              </a:rPr>
              <a:t>Base</a:t>
            </a:r>
          </a:p>
          <a:p>
            <a:pPr algn="ctr"/>
            <a:r>
              <a:rPr sz="22000" b="1" i="0">
                <a:solidFill>
                  <a:srgbClr val="000000"/>
                </a:solidFill>
                <a:latin typeface="SF Pro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8288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0" i="0">
                <a:solidFill>
                  <a:srgbClr val="000000"/>
                </a:solidFill>
                <a:latin typeface="SF Pro"/>
              </a:rPr>
              <a:t>May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Hi Team</a:t>
            </a:r>
          </a:p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Thank you for considering us for the</a:t>
            </a:r>
          </a:p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Five days of</a:t>
            </a:r>
          </a:p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opportunity to collaborate on Project Rufus.</a:t>
            </a:r>
          </a:p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Approach over fidelity.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0497800" y="2371725"/>
            <a:ext cx="18135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Hi Team</a:t>
            </a:r>
          </a:p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Thank you for considering us for the</a:t>
            </a:r>
          </a:p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Five days of</a:t>
            </a:r>
          </a:p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opportunity to collaborate on Project Rufus.</a:t>
            </a:r>
          </a:p>
          <a:p>
            <a:pPr algn="ctr"/>
            <a:r>
              <a:rPr sz="6000" b="0" i="0">
                <a:solidFill>
                  <a:srgbClr val="000000"/>
                </a:solidFill>
                <a:latin typeface="SF Pro"/>
              </a:rPr>
              <a:t>Approach over fidelity.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CHALLENGE &amp; AMBITION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Challenge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AGC is often perceived as being limited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          to Apple products alone.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Success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Shift the perception of AGC from too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          niche to everyday appeal.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40690800" y="2209800"/>
            <a:ext cx="17373600" cy="554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CHALLENGE &amp; AMBITION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Challenge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AGC is often perceived as being limited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          to Apple products alone.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Success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Shift the perception of AGC from too</a:t>
            </a:r>
          </a:p>
          <a:p>
            <a:pPr algn="ctr"/>
            <a:r>
              <a:rPr sz="100" b="0" i="0">
                <a:solidFill>
                  <a:srgbClr val="FFFFFF"/>
                </a:solidFill>
                <a:latin typeface="SF Pro"/>
              </a:rPr>
              <a:t>          niche to everyday appeal.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41148000" y="457200"/>
            <a:ext cx="18288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  <a:latin typeface="SF Pro"/>
              </a:rPr>
              <a:t>CHALLENGE &amp; AMBITION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0000"/>
                </a:solidFill>
                <a:latin typeface="SF Pro"/>
              </a:rPr>
              <a:t>GEOMETRY OF MAGIC</a:t>
            </a:r>
          </a:p>
          <a:p>
            <a:pPr algn="ctr"/>
            <a:r>
              <a:rPr sz="3000" b="0" i="0">
                <a:solidFill>
                  <a:srgbClr val="000000"/>
                </a:solidFill>
                <a:latin typeface="SF Pro"/>
              </a:rPr>
              <a:t>Systemic &amp; mathematical cards creating magical patterns.</a:t>
            </a:r>
          </a:p>
          <a:p>
            <a:pPr algn="ctr"/>
            <a:r>
              <a:rPr sz="3000" b="0" i="0">
                <a:solidFill>
                  <a:srgbClr val="000000"/>
                </a:solidFill>
                <a:latin typeface="SF Pro"/>
              </a:rPr>
              <a:t>All elements sharing uniform card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2844462" y="-76123800"/>
            <a:ext cx="2828925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0000"/>
                </a:solidFill>
                <a:latin typeface="SF Pro"/>
              </a:rPr>
              <a:t>GEOMETRY OF MAGIC</a:t>
            </a:r>
          </a:p>
          <a:p>
            <a:pPr algn="ctr"/>
            <a:r>
              <a:rPr sz="3000" b="0" i="0">
                <a:solidFill>
                  <a:srgbClr val="000000"/>
                </a:solidFill>
                <a:latin typeface="SF Pro"/>
              </a:rPr>
              <a:t>Systemic &amp; mathematical cards creating magical patterns.</a:t>
            </a:r>
          </a:p>
          <a:p>
            <a:pPr algn="ctr"/>
            <a:r>
              <a:rPr sz="3000" b="0" i="0">
                <a:solidFill>
                  <a:srgbClr val="000000"/>
                </a:solidFill>
                <a:latin typeface="SF Pro"/>
              </a:rPr>
              <a:t>All elements sharing uniform card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0116800" y="-74990325"/>
            <a:ext cx="8877300" cy="4981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0000"/>
                </a:solidFill>
                <a:latin typeface="SF Pro"/>
              </a:rPr>
              <a:t>Systemic &amp; mathematical cards creating magical patterns.</a:t>
            </a:r>
          </a:p>
          <a:p>
            <a:pPr algn="ctr"/>
            <a:r>
              <a:rPr sz="3000" b="0" i="0">
                <a:solidFill>
                  <a:srgbClr val="000000"/>
                </a:solidFill>
                <a:latin typeface="SF Pro"/>
              </a:rPr>
              <a:t>All elements sharing uniform card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0944225" y="-74990325"/>
            <a:ext cx="4029075" cy="641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Systemic &amp; mathematical cards creating magical patterns.</a:t>
            </a:r>
          </a:p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All elements sharing uniform card sizes</a:t>
            </a:r>
          </a:p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Inspired by Cardistry, but not mimicking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0269200" y="-69732525"/>
            <a:ext cx="8572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Systemic &amp; mathematical cards creating magical patterns.</a:t>
            </a:r>
          </a:p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All elements sharing uniform card sizes</a:t>
            </a:r>
          </a:p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Inspired by Cardistry, but not mimicking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1115675" y="-68122800"/>
            <a:ext cx="4238625" cy="128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All elements sharing uniform card sizes</a:t>
            </a:r>
          </a:p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Inspired by Cardistry, but not mimicking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6419850" y="-74990325"/>
            <a:ext cx="3571875" cy="6343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Inspired by Cardistry, but not mimicking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6753225" y="-68122800"/>
            <a:ext cx="4238625" cy="128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0" i="0">
                <a:solidFill>
                  <a:srgbClr val="000000"/>
                </a:solidFill>
                <a:latin typeface="BaseGrotesk"/>
              </a:rPr>
              <a:t>Inspired by Cardistry, but not mimicking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